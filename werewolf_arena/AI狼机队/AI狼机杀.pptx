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image" Target="../media/image1.pn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1页pp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69036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WPS_1678513317</cp:lastModifiedBy>
  <cp:revision>155</cp:revision>
  <dcterms:created xsi:type="dcterms:W3CDTF">2019-06-19T02:08:00Z</dcterms:created>
  <dcterms:modified xsi:type="dcterms:W3CDTF">2025-11-06T14:55:33Z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0BF155097B2B436697C90DE30702D583_11</vt:lpwstr>
  </property>
</Properties>
</file>